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dt" idx="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ftr" idx="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6" name="PlaceHolder 6"/>
          <p:cNvSpPr>
            <a:spLocks noGrp="1"/>
          </p:cNvSpPr>
          <p:nvPr>
            <p:ph type="sldNum" idx="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FA436B77-C633-4D3A-A42B-0900D0854604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"/>
          <p:cNvSpPr txBox="1"/>
          <p:nvPr/>
        </p:nvSpPr>
        <p:spPr>
          <a:xfrm>
            <a:off x="720000" y="4320000"/>
            <a:ext cx="540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Сказать про бюджет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"/>
          <p:cNvSpPr txBox="1"/>
          <p:nvPr/>
        </p:nvSpPr>
        <p:spPr>
          <a:xfrm>
            <a:off x="720000" y="4320000"/>
            <a:ext cx="5400000" cy="360000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Представить команду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389DEC-D013-40FE-AD2E-DC32E317A59B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43B6326-0810-427C-B13D-7EC51E33701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ADC89D7-9609-4DBE-844A-485E2702CD7E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A81514C-C5BD-4525-BD9F-BF9962E03F3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93FFAD-DFF0-443A-B2BB-C39A42EBD0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04000" y="226080"/>
            <a:ext cx="9071640" cy="4388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C1003C8-FE50-43D6-9093-63D934163B3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459DFB-09A3-4D4C-A960-823504B21CA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125972-AE88-44D0-B7BF-63F1418A723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33A7DA0-683F-4F88-B9BC-366A2DD935E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04000" y="3044160"/>
            <a:ext cx="907164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BA3A44-C8BF-40C8-8B87-FB680FB6890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0400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152680" y="3044160"/>
            <a:ext cx="442692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19BE946-0032-4F73-9231-BAFCB3F21AC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57120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6638040" y="132660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040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57120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6638040" y="3044160"/>
            <a:ext cx="2920680" cy="1568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C20B215-1122-4153-AC2B-7A8915B72A37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US" sz="4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2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07C5EDCC-D904-428D-85FF-9CA4CD7C7D39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Дорожная карта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"/>
          <p:cNvSpPr txBox="1"/>
          <p:nvPr/>
        </p:nvSpPr>
        <p:spPr>
          <a:xfrm>
            <a:off x="720000" y="180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Кодовое имя Q4 — ЛАВИНА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Запуск в ноябре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"/>
          <p:cNvSpPr txBox="1"/>
          <p:nvPr/>
        </p:nvSpPr>
        <p:spPr>
          <a:xfrm>
            <a:off x="720000" y="360000"/>
            <a:ext cx="8640000" cy="108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Команда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"/>
          <p:cNvSpPr txBox="1"/>
          <p:nvPr/>
        </p:nvSpPr>
        <p:spPr>
          <a:xfrm>
            <a:off x="720000" y="1800000"/>
            <a:ext cx="8640000" cy="3600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Лид — Кунгур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Аналитик — Воронцов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LibreOffice/7.4.7.2$Linux_X86_64 LibreOffice_project/40$Build-2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